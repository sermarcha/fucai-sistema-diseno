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4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ucai-v3/assets/logo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28600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Informe de Acompañamiento Territorial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 del medio y bajo Caquetá · Amazonía colombiana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centro es la periferia | www.fucaicolombia.org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13"/>
          </a:solidFill>
          <a:ln/>
        </p:spPr>
      </p:sp>
      <p:pic>
        <p:nvPicPr>
          <p:cNvPr id="3" name="Image 0" descr="/home/claude/fucai-v3/assets/logo_naran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82880"/>
            <a:ext cx="146304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45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camino con las comunidades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Acompañamos a 14 comunidades en la recuperación de sus chagras.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partió de lo que las comunidades ya saben y querían potenciar.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Fortalecimiento de la guardia y la soberanía alimentaria.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DE8D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 Caminos de Identidad – FUCAI | www.fucaicolombia.org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13"/>
          </a:solidFill>
          <a:ln/>
        </p:spPr>
      </p:sp>
      <p:pic>
        <p:nvPicPr>
          <p:cNvPr id="3" name="Image 0" descr="/home/claude/fucai-v3/assets/logo_naran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82880"/>
            <a:ext cx="146304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45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Resultados del semestre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945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423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 fortalecieron su soberanía alimentaria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DE8D3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 Caminos de Identidad – FUCAI | www.fucaicolombia.org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4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Cobertura por territorio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centro es la periferia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4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ucai-v3/assets/logo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463040"/>
            <a:ext cx="228600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Nuestro centro es la periferia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www.fucaicolombia.org · comunicaciones@fucaicolombia.org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2026-06-18T11:05:14Z</dcterms:created>
  <dcterms:modified xsi:type="dcterms:W3CDTF">2026-06-18T11:05:14Z</dcterms:modified>
</cp:coreProperties>
</file>